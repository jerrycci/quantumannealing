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32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Frank_Tsai@compal.com?subject=Public%20key%20for%20CGA%202.0" TargetMode="External"/><Relationship Id="rId4" Type="http://schemas.openxmlformats.org/officeDocument/2006/relationships/hyperlink" Target="mailto:Justin_Jian@compal.com?subject=Public%20Key%20for%20CGA%202.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" y="-182880"/>
            <a:ext cx="2926080" cy="171907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1"/>
          <p:cNvSpPr/>
          <p:nvPr/>
        </p:nvSpPr>
        <p:spPr>
          <a:xfrm>
            <a:off x="0" y="3474720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2"/>
          <p:cNvSpPr/>
          <p:nvPr/>
        </p:nvSpPr>
        <p:spPr>
          <a:xfrm>
            <a:off x="411480" y="354787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DB2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雲端服務使用指南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11480" y="4224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Usage Guide  ·  Compal GPU Annealer 2.0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114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教育訓練  ·  Compal GPU Annealer Team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772400" y="4663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雲端 vs 地端：差在哪裡？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solidFill>
            <a:srgbClr val="5DB232">
              <a:alpha val="12000"/>
            </a:srgbClr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</a:rPr>
              <a:t>✨  QUBO 的定義方式完全一樣 — 只有「誰來跑」不同！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859536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🖥  地端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☁️  雲端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</a:rPr>
                        <a:t>環境安裝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需要 pip install wheel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DB232"/>
                          </a:solidFill>
                        </a:rPr>
                        <a:t>❌ 不需要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</a:rPr>
                        <a:t>GPU 資源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本機 GPU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遠端伺服器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</a:rPr>
                        <a:t>程式呼叫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CGA_Solver(...).run()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clients_token.py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</a:rPr>
                        <a:t>身份驗證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</a:rPr>
                        <a:t>無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RSA Token（金鑰對）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</a:rPr>
                        <a:t>QUBO 定義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Python dict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DB232"/>
                          </a:solidFill>
                        </a:rPr>
                        <a:t>✅ 完全相同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整體流程概覽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274320" y="1389888"/>
            <a:ext cx="2057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274320" y="1389888"/>
            <a:ext cx="20574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978408" y="1508760"/>
            <a:ext cx="658368" cy="6583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978408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65760" y="22677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定義 QUBO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27432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建立問題矩陣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23160" y="1389888"/>
            <a:ext cx="2057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2"/>
          <p:cNvSpPr/>
          <p:nvPr/>
        </p:nvSpPr>
        <p:spPr>
          <a:xfrm>
            <a:off x="2423160" y="1389888"/>
            <a:ext cx="2057400" cy="54864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3"/>
          <p:cNvSpPr/>
          <p:nvPr/>
        </p:nvSpPr>
        <p:spPr>
          <a:xfrm>
            <a:off x="3127248" y="1508760"/>
            <a:ext cx="658368" cy="658368"/>
          </a:xfrm>
          <a:prstGeom prst="ellipse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127248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514600" y="22677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送出請求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14600" y="27432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clients_token.py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認證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0" y="1389888"/>
            <a:ext cx="2057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8"/>
          <p:cNvSpPr/>
          <p:nvPr/>
        </p:nvSpPr>
        <p:spPr>
          <a:xfrm>
            <a:off x="4572000" y="1389888"/>
            <a:ext cx="20574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9"/>
          <p:cNvSpPr/>
          <p:nvPr/>
        </p:nvSpPr>
        <p:spPr>
          <a:xfrm>
            <a:off x="5276088" y="1508760"/>
            <a:ext cx="658368" cy="6583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5276088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663440" y="22677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求解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663440" y="27432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遠端伺服器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加速運算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20840" y="1389888"/>
            <a:ext cx="2057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4"/>
          <p:cNvSpPr/>
          <p:nvPr/>
        </p:nvSpPr>
        <p:spPr>
          <a:xfrm>
            <a:off x="6720840" y="1389888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5"/>
          <p:cNvSpPr/>
          <p:nvPr/>
        </p:nvSpPr>
        <p:spPr>
          <a:xfrm>
            <a:off x="7424928" y="1508760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7424928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812280" y="22677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取得 sampleset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12280" y="27432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最佳解 + energy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info 欄位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377440" y="2514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B232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26280" y="2514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B232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675120" y="2514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B232"/>
                </a:solidFill>
              </a:rPr>
              <a:t>▶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3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你的電腦只負責「出題」與「讀答案」— 所有運算在雲端完成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PREREQUISITES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事前準備：你需要什麼？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274320" y="141732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274320" y="1417320"/>
            <a:ext cx="50292" cy="1627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8404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環境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84048" y="194767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不需安裝 compal_solver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只需標準 Python 環境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41732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3246120" y="1417320"/>
            <a:ext cx="50292" cy="162763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35584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84048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必要套件安裝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355848" y="194767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python-socketio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"python-socketio[client]"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ttictoc  pyqubo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cryptography  pyjwt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17920" y="1417320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6"/>
          <p:cNvSpPr/>
          <p:nvPr/>
        </p:nvSpPr>
        <p:spPr>
          <a:xfrm>
            <a:off x="6217920" y="1417320"/>
            <a:ext cx="50292" cy="16276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/>
          <p:nvPr/>
        </p:nvSpPr>
        <p:spPr>
          <a:xfrm>
            <a:off x="632764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81228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clients_token.py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327648" y="194767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由管理員提供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測試連線不需改 code；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解自己的問題需替換 main() 內的 Hamiltonian 定義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74320" y="3172968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274320" y="3172968"/>
            <a:ext cx="50292" cy="16276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/>
          <p:nvPr/>
        </p:nvSpPr>
        <p:spPr>
          <a:xfrm>
            <a:off x="38404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68680" y="32644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Key (.pem)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84048" y="3703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自行執行 keygen.py 產生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public.pem 寄給管理員後即可使用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46120" y="3172968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6"/>
          <p:cNvSpPr/>
          <p:nvPr/>
        </p:nvSpPr>
        <p:spPr>
          <a:xfrm>
            <a:off x="3246120" y="3172968"/>
            <a:ext cx="50292" cy="162763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7"/>
          <p:cNvSpPr/>
          <p:nvPr/>
        </p:nvSpPr>
        <p:spPr>
          <a:xfrm>
            <a:off x="335584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3840480" y="32644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IP &amp; Port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3355848" y="3703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1050" dirty="0"/>
              <a:t>Server IP &amp; Port: </a:t>
            </a:r>
            <a:r>
              <a:rPr lang="zh-TW" altLang="en-US" sz="1050" dirty="0"/>
              <a:t>程式已設定不須額外指定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217920" y="3172968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1"/>
          <p:cNvSpPr/>
          <p:nvPr/>
        </p:nvSpPr>
        <p:spPr>
          <a:xfrm>
            <a:off x="6217920" y="3172968"/>
            <a:ext cx="50292" cy="1627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2"/>
          <p:cNvSpPr/>
          <p:nvPr/>
        </p:nvSpPr>
        <p:spPr>
          <a:xfrm>
            <a:off x="632764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6812280" y="32644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時鐘同步（Windows）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327648" y="3703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w32tm /resync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 JWT 驗證錯誤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1 / 3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產生並提交你的金鑰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274320" y="1389888"/>
            <a:ext cx="4114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274320" y="1389888"/>
            <a:ext cx="4114800" cy="54864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572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RSA 金鑰對概念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011680"/>
            <a:ext cx="621792" cy="621792"/>
          </a:xfrm>
          <a:prstGeom prst="ellipse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411480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🗝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430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Key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" y="23957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自己保管，勿外流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用來產生 JWT Token 送出請求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3401568"/>
            <a:ext cx="621792" cy="62179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411480" y="34015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43000" y="3447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Key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378561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寄給管理員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管理員存入伺服器授權目錄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1389888"/>
            <a:ext cx="420624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20" name="Shape 17"/>
          <p:cNvSpPr/>
          <p:nvPr/>
        </p:nvSpPr>
        <p:spPr>
          <a:xfrm>
            <a:off x="4663440" y="1389888"/>
            <a:ext cx="420624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484632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金鑰申請流程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1984248"/>
            <a:ext cx="347472" cy="347472"/>
          </a:xfrm>
          <a:prstGeom prst="ellipse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47548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12080" y="19385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keygen.py，輸入你的名稱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54880" y="2660904"/>
            <a:ext cx="347472" cy="347472"/>
          </a:xfrm>
          <a:prstGeom prst="ellipse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3"/>
          <p:cNvSpPr/>
          <p:nvPr/>
        </p:nvSpPr>
        <p:spPr>
          <a:xfrm>
            <a:off x="475488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212080" y="261518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 private.pem（自行保管）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public.pem（準備寄出）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754880" y="3337560"/>
            <a:ext cx="347472" cy="3474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475488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212080" y="32918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public.pem 寄給管理員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Justin_Jian@compal.com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Frank_Tsai@compal.com 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754880" y="4014216"/>
            <a:ext cx="347472" cy="3474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9"/>
          <p:cNvSpPr/>
          <p:nvPr/>
        </p:nvSpPr>
        <p:spPr>
          <a:xfrm>
            <a:off x="475488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212080" y="396849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管理員將公鑰加入伺服器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即可開始使用雲端服務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663440" y="4645152"/>
            <a:ext cx="420624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2"/>
          <p:cNvSpPr/>
          <p:nvPr/>
        </p:nvSpPr>
        <p:spPr>
          <a:xfrm>
            <a:off x="4663440" y="46451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5C00"/>
                </a:solidFill>
              </a:rPr>
              <a:t>⚠️  Private Key 請勿外流或上傳至公開位置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2 / 3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執行 Client — 用指令指定金鑰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274320" y="1371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測試連線可直接執行；解自己的問題需替換示範 </a:t>
            </a:r>
            <a:r>
              <a:rPr lang="en-US" altLang="zh-TW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719072"/>
            <a:ext cx="8595360" cy="2029968"/>
          </a:xfrm>
          <a:prstGeom prst="rect">
            <a:avLst/>
          </a:prstGeom>
          <a:solidFill>
            <a:srgbClr val="1A2B3C"/>
          </a:solidFill>
          <a:ln w="12700">
            <a:solidFill>
              <a:srgbClr val="5DB2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274320" y="1719072"/>
            <a:ext cx="50292" cy="2029968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84048" y="1810512"/>
            <a:ext cx="843076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基本用法（Token 認證）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clients_token.py --private_key my_private.pem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⏱  指定求解時間（秒）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clients_token.py --private_key my_private.pem --timeout 30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🔀 加上初始解（init_spin file）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clients_token.py --private_key my_private.pem --init_spin init.txt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🌐 未提供金鑰 → 自動 fallback 到 IP 認證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clients_token.py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參數說明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4206240"/>
            <a:ext cx="2788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274320" y="4206240"/>
            <a:ext cx="50292" cy="685800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84048" y="4251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B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--private_key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4048" y="4526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private key 路徑（.pem）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4206240"/>
            <a:ext cx="2788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5"/>
          <p:cNvSpPr/>
          <p:nvPr/>
        </p:nvSpPr>
        <p:spPr>
          <a:xfrm>
            <a:off x="3246120" y="4206240"/>
            <a:ext cx="50292" cy="685800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3355848" y="4251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B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--timeout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355848" y="4526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求解秒數，預設 10 秒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17920" y="4206240"/>
            <a:ext cx="2788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9"/>
          <p:cNvSpPr/>
          <p:nvPr/>
        </p:nvSpPr>
        <p:spPr>
          <a:xfrm>
            <a:off x="6217920" y="4206240"/>
            <a:ext cx="50292" cy="685800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327648" y="4251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B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--init_spin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27648" y="4526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初始解 file 路徑（選填）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3 / 3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定義你的問題 — QUBO 完全相同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274320" y="1389888"/>
            <a:ext cx="8595360" cy="347472"/>
          </a:xfrm>
          <a:prstGeom prst="rect">
            <a:avLst/>
          </a:prstGeom>
          <a:solidFill>
            <a:srgbClr val="5DB232">
              <a:alpha val="12000"/>
            </a:srgbClr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274320" y="13898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</a:rPr>
              <a:t>✅  QUBO 格式完全相同 — 解自己的問題只需替換 main() 內的 Hamiltonian 定義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地端（CGA 2.0）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176272"/>
            <a:ext cx="4114800" cy="2377440"/>
          </a:xfrm>
          <a:prstGeom prst="rect">
            <a:avLst/>
          </a:prstGeom>
          <a:solidFill>
            <a:srgbClr val="1A2B3C"/>
          </a:solidFill>
          <a:ln w="12700">
            <a:solidFill>
              <a:srgbClr val="5DB2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274320" y="2176272"/>
            <a:ext cx="50292" cy="2377440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84048" y="2267712"/>
            <a:ext cx="39502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compal_solver import CGA_Solver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(0, 0): -1,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(1, 1): -1,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(0, 1):  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cga = CGA_Solver(Q, 0.0, ["x0","x1"])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sampleset, count, _, _ = cga.run()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B2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 雲端（clients_token.py）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2176272"/>
            <a:ext cx="4206240" cy="2377440"/>
          </a:xfrm>
          <a:prstGeom prst="rect">
            <a:avLst/>
          </a:prstGeom>
          <a:solidFill>
            <a:srgbClr val="1A2B3C"/>
          </a:solidFill>
          <a:ln w="12700">
            <a:solidFill>
              <a:srgbClr val="5DB2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3"/>
          <p:cNvSpPr/>
          <p:nvPr/>
        </p:nvSpPr>
        <p:spPr>
          <a:xfrm>
            <a:off x="4663440" y="2176272"/>
            <a:ext cx="50292" cy="2377440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4773168" y="2267712"/>
            <a:ext cx="4041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在 clients_token.py 的 main() 中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將示範 Hamiltonian 換成你的問題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(0, 0): -1,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(1, 1): -1,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(0, 1):  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其餘 request 組裝邏輯不需動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06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DB232"/>
                </a:solidFill>
              </a:rPr>
              <a:t>=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取得結果</a:t>
            </a:r>
            <a:r>
              <a:rPr lang="zh-TW" alt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物件</a:t>
            </a: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</a:t>
            </a:r>
            <a:r>
              <a:rPr lang="zh-TW" alt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最佳解、附加資訊、求解時間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274320" y="1389888"/>
            <a:ext cx="4846320" cy="3639312"/>
          </a:xfrm>
          <a:prstGeom prst="rect">
            <a:avLst/>
          </a:prstGeom>
          <a:solidFill>
            <a:srgbClr val="1A2B3C"/>
          </a:solidFill>
          <a:ln w="12700">
            <a:solidFill>
              <a:srgbClr val="5DB2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274320" y="1389888"/>
            <a:ext cx="50292" cy="363931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84048" y="1481328"/>
            <a:ext cx="468172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server 回傳的 result_decode 結構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result_decode = pickle.loads(result)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sampleset = result_decode["sampleset"]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     = result_decode["info"]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run_time  = result_decode["run_time"]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取最佳解（變數名稱 → 0/1 對應）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sampleset.first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print(best.sample)   # e.g. {'x0': 1, 'x1': 0}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print(best.energy)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record 的 energy 需加回 offset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s_ in sampleset.record: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print(s_[0], s_[1] + offset)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print("info:", info)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print("run_time:", run_time, "sec")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76672" y="1389888"/>
            <a:ext cx="34930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5376672" y="1389888"/>
            <a:ext cx="50292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5532120" y="1444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sampleset.first.sample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32120" y="175564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變數名稱 → 0/1 的對應 dict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{'x0': 1, 'x1': 0}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76672" y="2286000"/>
            <a:ext cx="34930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3"/>
          <p:cNvSpPr/>
          <p:nvPr/>
        </p:nvSpPr>
        <p:spPr>
          <a:xfrm>
            <a:off x="5376672" y="2286000"/>
            <a:ext cx="50292" cy="822960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5532120" y="2340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B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sampleset.first.energy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32120" y="265176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最佳解對應的 energy 值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376672" y="3182112"/>
            <a:ext cx="34930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5376672" y="3182112"/>
            <a:ext cx="50292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5532120" y="32369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result_decode["info"]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32120" y="354787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雲端服務名稱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確認在遠端運算的憑據（非 sampleset 屬性）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76672" y="4078224"/>
            <a:ext cx="349300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5376672" y="4078224"/>
            <a:ext cx="5029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/>
          <p:nvPr/>
        </p:nvSpPr>
        <p:spPr>
          <a:xfrm>
            <a:off x="5532120" y="4133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result_decode["run_time"]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532120" y="444398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伺服器實際求解秒數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（非 sampleset 屬性）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PARAMETERS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可設定的請求參數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274320" y="1371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目前 clients_token.py 中使用者可直接設定的請求參數如下；batch_factor、main_factor 等由 Server 端依問題規模自動決定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4320" y="1810512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274320" y="1810512"/>
            <a:ext cx="50292" cy="1389888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1737360" y="190195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5DB232">
              <a:alpha val="15000"/>
            </a:srgbClr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1737360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DB232"/>
                </a:solidFill>
              </a:rPr>
              <a:t>使用者設定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4048" y="1920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" y="226771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求解時間上限（秒）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4048" y="28163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預設：10 </a:t>
            </a:r>
            <a:r>
              <a:rPr lang="zh-TW" altLang="en-US" sz="950" dirty="0">
                <a:solidFill>
                  <a:srgbClr val="666666"/>
                </a:solidFill>
              </a:rPr>
              <a:t>秒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46120" y="1810512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4"/>
          <p:cNvSpPr/>
          <p:nvPr/>
        </p:nvSpPr>
        <p:spPr>
          <a:xfrm>
            <a:off x="3246120" y="1810512"/>
            <a:ext cx="50292" cy="1389888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5"/>
          <p:cNvSpPr/>
          <p:nvPr/>
        </p:nvSpPr>
        <p:spPr>
          <a:xfrm>
            <a:off x="4709160" y="190195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5DB232">
              <a:alpha val="15000"/>
            </a:srgbClr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4709160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DB232"/>
                </a:solidFill>
              </a:rPr>
              <a:t>使用者設定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55848" y="1920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init_spin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55848" y="226771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初始解 file 路徑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（選填，--init_spin 傳入）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55848" y="28163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預設：None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17920" y="1810512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0292" cy="13898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7680960" y="190195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2E75B6">
              <a:alpha val="15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3"/>
          <p:cNvSpPr/>
          <p:nvPr/>
        </p:nvSpPr>
        <p:spPr>
          <a:xfrm>
            <a:off x="7680960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5B6"/>
                </a:solidFill>
              </a:rPr>
              <a:t>自動產生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327648" y="1920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auth_token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327648" y="226771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JWT Token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由 private key 自動產生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327648" y="28163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預設：自動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1F386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274320" y="3337560"/>
            <a:ext cx="50292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9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Server 端自動決定（使用者無需設定）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3749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batch_factor  ·  main_factor  ·  coefficient  ·  order/scaling · priority · overflow </a:t>
            </a:r>
            <a:r>
              <a:rPr lang="zh-TW" alt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檢查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57200" y="4069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依 QUBO 變數數量與負載自動配置以上參數，送出 request 後無需額外干預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1234440" cy="347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08760" y="11887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/>
          <p:nvPr/>
        </p:nvSpPr>
        <p:spPr>
          <a:xfrm>
            <a:off x="1508760" y="118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LIVE DEMO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58368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現場 Demo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20040" y="1572768"/>
            <a:ext cx="502920" cy="502920"/>
          </a:xfrm>
          <a:prstGeom prst="ellipse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32004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1572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執行指令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19385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clients_token.py --private_key my_private.pem --timeout 10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2624328"/>
            <a:ext cx="502920" cy="502920"/>
          </a:xfrm>
          <a:prstGeom prst="ellipse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32004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2624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觀察 Terminal 輸出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299008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[Auth] Token generated...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 to server...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" y="3675888"/>
            <a:ext cx="502920" cy="502920"/>
          </a:xfrm>
          <a:prstGeom prst="ellipse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32004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3675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確認結果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404164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result_decode["info"] → "Compal GPU Annealer 2.0 Cloud Service"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" y="4645152"/>
            <a:ext cx="8503920" cy="329184"/>
          </a:xfrm>
          <a:prstGeom prst="rect">
            <a:avLst/>
          </a:prstGeom>
          <a:solidFill>
            <a:srgbClr val="5DB232">
              <a:alpha val="20000"/>
            </a:srgbClr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/>
          <p:nvPr/>
        </p:nvSpPr>
        <p:spPr>
          <a:xfrm>
            <a:off x="320040" y="464515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💡  看到 info 欄位出現服務名稱，代表確實在雲端 GPU 上運算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23444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08760" y="1097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150876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FAQ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常見問題</a:t>
            </a: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zh-TW" alt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與</a:t>
            </a:r>
            <a:r>
              <a:rPr lang="en-US" sz="2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解法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8595360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274320" y="1417320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274320" y="1417320"/>
            <a:ext cx="50292" cy="1664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11480" y="15087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  "token not yet valid" 錯誤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148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原因：電腦時鐘與伺服器偏差超過 60 秒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3134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解法：同步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Windows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時鐘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桌面右下角調整日期與時間</a:t>
            </a:r>
            <a:r>
              <a:rPr lang="en-US" altLang="zh-TW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1417320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4754880" y="1417320"/>
            <a:ext cx="50292" cy="1664208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4892040" y="15087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IP 換了還能連線嗎？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920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認證不綁定固定 IP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92040" y="23134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可以！持有有效 Private Key 即可，不受 IP 限制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322783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6"/>
          <p:cNvSpPr/>
          <p:nvPr/>
        </p:nvSpPr>
        <p:spPr>
          <a:xfrm>
            <a:off x="274320" y="3227832"/>
            <a:ext cx="50292" cy="16642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/>
          <p:nvPr/>
        </p:nvSpPr>
        <p:spPr>
          <a:xfrm>
            <a:off x="411480" y="33192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連線 timeout / 無法連線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11480" y="37307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原因：網路防火牆擋住 port 8080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1480" y="412394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解法：確認 8080 對外開放，或聯絡管理員確認 IP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54880" y="322783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4754880" y="3227832"/>
            <a:ext cx="50292" cy="16642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/>
          <p:nvPr/>
        </p:nvSpPr>
        <p:spPr>
          <a:xfrm>
            <a:off x="4892040" y="33192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換了電腦 private key 怎麼辦？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892040" y="37307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是你的身份憑據，不限定裝置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92040" y="412394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.pem 複製到新電腦的執行目錄即可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91440"/>
            <a:ext cx="1463040" cy="4114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828800" y="1371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2"/>
          <p:cNvSpPr/>
          <p:nvPr/>
        </p:nvSpPr>
        <p:spPr>
          <a:xfrm>
            <a:off x="1828800" y="137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SUMMARY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5943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三步上手雲端服務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5"/>
          <p:cNvSpPr/>
          <p:nvPr/>
        </p:nvSpPr>
        <p:spPr>
          <a:xfrm>
            <a:off x="1325880" y="1627632"/>
            <a:ext cx="804672" cy="8046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1325880" y="16276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產生金鑰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" y="29992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keygen.py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public.pem 寄給管理員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91840" y="150876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DB2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0"/>
          <p:cNvSpPr/>
          <p:nvPr/>
        </p:nvSpPr>
        <p:spPr>
          <a:xfrm>
            <a:off x="4251960" y="1627632"/>
            <a:ext cx="804672" cy="804672"/>
          </a:xfrm>
          <a:prstGeom prst="ellipse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1"/>
          <p:cNvSpPr/>
          <p:nvPr/>
        </p:nvSpPr>
        <p:spPr>
          <a:xfrm>
            <a:off x="4251960" y="16276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38328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確認連線資訊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383280" y="29992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路徑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server endpoint 確認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17920" y="150876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5"/>
          <p:cNvSpPr/>
          <p:nvPr/>
        </p:nvSpPr>
        <p:spPr>
          <a:xfrm>
            <a:off x="7178040" y="1627632"/>
            <a:ext cx="804672" cy="8046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7178040" y="16276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630936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送問題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09360" y="29992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--private_key 參數執行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取回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65760" y="4041648"/>
            <a:ext cx="8412480" cy="50292"/>
          </a:xfrm>
          <a:prstGeom prst="rect">
            <a:avLst/>
          </a:prstGeom>
          <a:solidFill>
            <a:srgbClr val="5DB232"/>
          </a:solidFill>
          <a:ln w="12700">
            <a:solidFill>
              <a:srgbClr val="5DB2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365760" y="41330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3864"/>
                </a:solidFill>
              </a:rPr>
              <a:t>不需要本機 GPU  ·  不需要安裝 solver  ·  QUBO 寫法完全相同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Compal GPU Annealer Team  ·  Confidential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1072</Words>
  <Application>Microsoft Office PowerPoint</Application>
  <PresentationFormat>如螢幕大小 (16:9)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 2.0 Cloud Service Usage Guide</dc:title>
  <dc:subject>PptxGenJS Presentation</dc:subject>
  <dc:creator>PptxGenJS</dc:creator>
  <cp:lastModifiedBy>智偉 簡</cp:lastModifiedBy>
  <cp:revision>12</cp:revision>
  <dcterms:created xsi:type="dcterms:W3CDTF">2026-04-20T13:57:19Z</dcterms:created>
  <dcterms:modified xsi:type="dcterms:W3CDTF">2026-04-21T07:34:52Z</dcterms:modified>
</cp:coreProperties>
</file>